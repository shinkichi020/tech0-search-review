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次期Webアーキテクチャ標準：Next.jsとTypeScriptの採用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新規Webシステム開発における推奨フロントエンド技術スタックについて。画面描画パフォーマンス向上と型安全性の確保を目的とし、Next.jsおよびTailwind CSSを社内標準に指定します。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