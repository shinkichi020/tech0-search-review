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2025年度 営業提案方針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本資料は2025年度の営業提案における注力分野とアプローチ手法をまとめたものです。特に金融・官公庁業界向けの基幹系クラウド移行提案を強化します。目標受注額は前年比120%です。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