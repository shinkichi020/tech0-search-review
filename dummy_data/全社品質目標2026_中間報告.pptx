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2026年度 全社ソフトウェア品質向上施策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出荷後バグゼロを目指す全社品質キャンペーンの進捗です。レビュー工数の削減と属人化解消を狙い、生成AIを活用したドキュメント自動検査ツールの導入検証を開始しています。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