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テックゼロンへようこそ：会社概要と社内ルール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創業30年の歴史、従業員数3,000名の組織図、社内チャットツール（Slack）やポータルの使い方、有給休暇の取得申請フローを説明するウェルカムスライドです。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